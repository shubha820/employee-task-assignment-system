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4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868191"/>
            <a:ext cx="8839200" cy="23903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60383" y="2123330"/>
            <a:ext cx="9871233" cy="61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59"/>
              </a:lnSpc>
            </a:pPr>
            <a:r>
              <a:rPr sz="4050" b="1" i="0" u="none">
                <a:solidFill>
                  <a:srgbClr val="9E1B21"/>
                </a:solidFill>
                <a:latin typeface="Poppins"/>
              </a:rPr>
              <a:t>Employee Task Assignment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6337" y="2835771"/>
            <a:ext cx="22193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Lato Medium"/>
              </a:rPr>
              <a:t>SOA Project Review-1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769" y="599330"/>
            <a:ext cx="4170312" cy="1333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71675" y="4163466"/>
            <a:ext cx="413051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E1B21"/>
                </a:solidFill>
                <a:latin typeface="Poppins"/>
              </a:rPr>
              <a:t>Team Members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71675" y="4496841"/>
            <a:ext cx="39338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71675" y="4601616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Y.Shubharoop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- 2420030566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1675" y="4852987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M.Hanush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- 2420030358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1675" y="5104358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Suhaas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- 2420030419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1675" y="5355728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34155"/>
                </a:solidFill>
                <a:latin typeface="Lato"/>
              </a:rPr>
              <a:t>V.Pavan</a:t>
            </a:r>
            <a:r>
              <a:rPr sz="1200" b="0" i="0" u="none">
                <a:solidFill>
                  <a:srgbClr val="334155"/>
                </a:solidFill>
                <a:latin typeface="Lato"/>
              </a:rPr>
              <a:t> - 2420090023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4163466"/>
            <a:ext cx="413051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E1B21"/>
                </a:solidFill>
                <a:latin typeface="Poppins"/>
              </a:rPr>
              <a:t>Under the Guidance 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6500" y="4496841"/>
            <a:ext cx="393382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6500" y="4601616"/>
            <a:ext cx="3933825" cy="1962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 dirty="0">
                <a:solidFill>
                  <a:srgbClr val="334155"/>
                </a:solidFill>
                <a:latin typeface="Lato"/>
              </a:rPr>
              <a:t>Dr. </a:t>
            </a:r>
            <a:r>
              <a:rPr lang="en-US" sz="1200" b="1" dirty="0" err="1">
                <a:solidFill>
                  <a:srgbClr val="334155"/>
                </a:solidFill>
                <a:latin typeface="Lato"/>
              </a:rPr>
              <a:t>Navyatha</a:t>
            </a:r>
            <a:r>
              <a:rPr lang="en-US" sz="1200" b="1" dirty="0">
                <a:solidFill>
                  <a:srgbClr val="334155"/>
                </a:solidFill>
                <a:latin typeface="Lato"/>
              </a:rPr>
              <a:t> Ravi</a:t>
            </a:r>
            <a:endParaRPr sz="1200" b="1" i="0" u="none" dirty="0">
              <a:solidFill>
                <a:srgbClr val="334155"/>
              </a:solidFill>
              <a:latin typeface="Lat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86500" y="4852987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Professor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5104358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Department of Computer Science and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5355728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KLH CSE Bowrampet Campus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5711874"/>
            <a:ext cx="39338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9E1B21"/>
                </a:solidFill>
                <a:latin typeface="Lato"/>
              </a:rPr>
              <a:t>Date: August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205" y="409575"/>
            <a:ext cx="1787276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5875" y="1666875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Introduction: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Overview of Task Assignment paradigms and the shift to Microservices.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5875" y="2575321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Literature Survey: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Analysis of existing research and scheduling algorithms.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5875" y="3483768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Problem Statement: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Challenges in monolithic task management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5875" y="4392215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Research Objectives: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Key goals utilizing SOA and predictive 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0" y="1666875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Problem Gap Identification: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Identifying what current systems lack in dynamic adaptability.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0" y="2575321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Innovation &amp; Novelty: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Fusing Genetic Algorithms with GRU models in a cloud-native mesh.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0" y="3483768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Feasibility &amp; Project Plan: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Execution timeline and phase milestones.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0" y="4392215"/>
            <a:ext cx="4572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Conclusion &amp; Future Work: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Summary and potential expansions.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1700212"/>
            <a:ext cx="200025" cy="2762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608659"/>
            <a:ext cx="304800" cy="2762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517106"/>
            <a:ext cx="266700" cy="2762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425553"/>
            <a:ext cx="266700" cy="2762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0" y="1700212"/>
            <a:ext cx="266700" cy="2762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0" y="2608659"/>
            <a:ext cx="200025" cy="2762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3517106"/>
            <a:ext cx="238125" cy="2762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0" y="4425553"/>
            <a:ext cx="171450" cy="2762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Outline of Project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76375"/>
            <a:ext cx="52863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5124" y="411956"/>
            <a:ext cx="1787276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38287"/>
            <a:ext cx="55506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Evolving Workforce Logistics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52637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Effective task allocation is a vital factor in optimizing operational productivity and resource utilization within modern enterprises.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805112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As organizations scale, the complexity of aligning the right personnel with the right tasks in real-time grows exponentially. Traditional models rely heavily on manual intervention or static, rigid rule-sets.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67187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This project introduces a paradigm shift by leveraging </a:t>
            </a:r>
            <a:r>
              <a:rPr sz="1500" b="1" i="0" u="none">
                <a:solidFill>
                  <a:srgbClr val="334155"/>
                </a:solidFill>
                <a:latin typeface="Lato"/>
              </a:rPr>
              <a:t>Service-Oriented Architecture (SOA)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to create an automated, intelligent, and highly scalable task assignment ecosystem.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1514475"/>
            <a:ext cx="5210175" cy="3733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Introduction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41202"/>
            <a:ext cx="11049000" cy="33755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3699" y="280527"/>
            <a:ext cx="1787276" cy="5715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2250727"/>
            <a:ext cx="11029950" cy="335652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1025" y="2250727"/>
          <a:ext cx="11029948" cy="335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5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4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913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Authors &amp; Year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Title of the Paper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Methodology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Inferences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2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Limitation / Gap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E1B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13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Chen et al. [1]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
         2023, IEEE Access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Microservice-based Dynamic Resource Allocation Framework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Docker swarm clustering with heuristic load balancing for enterprise task nodes.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Achieved 94% uptime and reduced latency by 30% over standard monolithic models.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Lacks intelligent predictive modeling for deadline slippage.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13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Kumar &amp; Singh [2]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
         2024, Springer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Genetic Algorithms for Multi-Objective Task Scheduling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Non-dominated Sorting Genetic Algorithm (NSGA-II) for mapping skills to tasks.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Demonstrated superior accuracy in skill matching and minimizing operational costs.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Algorithm struggles with real-time dynamic node failures.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13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Lato"/>
                        </a:rPr>
                        <a:t>Zhang et al. [3]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
         2025, ACM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Predictive Analytics in HR Workflows using Deep Learning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Gated Recurrent Units (GRU) applied to historical employee performance logs.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Highly accurate (96.5%) in forecasting task completion timelines.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Lato"/>
                        </a:rPr>
                        <a:t>Was not integrated into a distributed microservice architecture.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1025" y="2687835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35398" y="268783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92885" y="268783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50373" y="2687835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956303" y="2687835"/>
            <a:ext cx="16546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3526035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35398" y="352603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92885" y="352603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50373" y="3526035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956303" y="3526035"/>
            <a:ext cx="16546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564260"/>
            <a:ext cx="16543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35398" y="4564260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92885" y="4564260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50373" y="4564260"/>
            <a:ext cx="2205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956303" y="4564260"/>
            <a:ext cx="16546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Literature Survey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76375"/>
            <a:ext cx="52863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8126" y="314325"/>
            <a:ext cx="1787276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476375"/>
            <a:ext cx="55506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The Bottleneck of Monolithic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990725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Traditional monolithic task management systems often exhibit severe performance bottlenecks and single points of failure under dynamic workloads.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048000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When an enterprise faces sudden spikes in task volume or abrupt shifts in employee availability, monolithic structures lack the rigid scaling capabilities required to adapt without systemic downtime.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410075"/>
            <a:ext cx="5286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Furthermore, standard systems rely on static assignment logic, resulting in sub-optimal resource alignment, missed deadlines, and reduced overall productivity.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1514475"/>
            <a:ext cx="5210175" cy="3733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Problem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862" y="280988"/>
            <a:ext cx="1787276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1762125"/>
            <a:ext cx="9048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Architect a SOA Microservices Mesh: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Decompose core business workflows into autonomous, loosely coupled services (Employee Management, Task Lifecycle, Notifications).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2670571"/>
            <a:ext cx="9048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Develop an Automated Gateway Load Balancer: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Implement an AGLB-CB (Circuit Breaker) pattern to streamline inter-service routing and ensure fault tolerance.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3579018"/>
            <a:ext cx="9048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Implement Intelligent Matchmaking: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Utilize an Improved Genetic Algorithm (IGA) to evaluate real-time availability, past performance, and specific skill 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4487465"/>
            <a:ext cx="90487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Integrate Predictive AI Analytics: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Deploy Gated Recurrent Units (GRU) using historical logs to accurately forecast task resolution durations.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1795462"/>
            <a:ext cx="3048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703909"/>
            <a:ext cx="333375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3612356"/>
            <a:ext cx="238125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4520803"/>
            <a:ext cx="266700" cy="2762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Research 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6375"/>
            <a:ext cx="5286375" cy="4772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476375"/>
            <a:ext cx="5286375" cy="4772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3224" y="295275"/>
            <a:ext cx="1787276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1866900"/>
            <a:ext cx="473059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Conventional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381250"/>
            <a:ext cx="45053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Static Rule Processing: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Assignments are made based on simple, hard-coded rules (e.g., round-robin or manual delegation) without contextual awareness of task complexity.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743325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Reactive Scaling: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Infrastructure scales entirely or not at all. If the notification service is overwhelmed, the entire system degrades.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800600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Blind Delegation: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No mechanisms exist to predict if an assigned employee will actually meet the deadline based on historical performance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1866900"/>
            <a:ext cx="4730591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Identified Needs (The Gap)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4650" y="2381250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Context-Aware Optimization: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A need for algorithms that learn from past assignments to optimize future workforce alignment.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3438525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Granular Resilience: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Systems must isolate failures. If one service fails, the core task assignment engine must remain operational.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4495800"/>
            <a:ext cx="4505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Proactive Forecasting: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Integration of Deep Learning to flag high-risk task assignments before they result in operational delays.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Problem Gap Identification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76375"/>
            <a:ext cx="52863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3224" y="352425"/>
            <a:ext cx="1787276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5875" y="1476375"/>
            <a:ext cx="45720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Hybrid Algorithmic Approach: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Uniquely combining heuristic search (IGA) for real-time optimal matching with deep learning (GRU) for predictive state tracking.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5875" y="3055143"/>
            <a:ext cx="45720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Cloud-Native Resilience: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Utilizing a custom Automated Gateway Load Balancer with Circuit Breaker (AGLB-CB) pattern specifically tailored for enterprise HR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5875" y="4633912"/>
            <a:ext cx="45720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1E293B"/>
                </a:solidFill>
                <a:latin typeface="Lato"/>
              </a:rPr>
              <a:t>Autonomous Orchestration:</a:t>
            </a:r>
            <a:r>
              <a:rPr sz="1650" b="0" i="0" u="none">
                <a:solidFill>
                  <a:srgbClr val="334155"/>
                </a:solidFill>
                <a:latin typeface="Lato"/>
              </a:rPr>
              <a:t> Eliminating central databases in favor of event-driven, decentralized micro-databases via asynchronous message brokers, ensuring zero single points of failure.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1514475"/>
            <a:ext cx="5210175" cy="3733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509712"/>
            <a:ext cx="3048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088481"/>
            <a:ext cx="333375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4667250"/>
            <a:ext cx="238125" cy="2762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Innovation, Creativity, and Novelty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01440"/>
            <a:ext cx="2541240" cy="17371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4405312"/>
            <a:ext cx="2541240" cy="20228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2001440"/>
            <a:ext cx="2541240" cy="17371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4405312"/>
            <a:ext cx="2541240" cy="173712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3932" y="381000"/>
            <a:ext cx="1787276" cy="5715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1500" y="4043362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995" y="2201465"/>
            <a:ext cx="22482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E1B21"/>
                </a:solidFill>
                <a:latin typeface="Poppins SemiBold"/>
              </a:rPr>
              <a:t>Phase 1: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2563415"/>
            <a:ext cx="214119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Requirements gathering, API Gateway setup, and decoupling monolithic endpoints into initial Microservices.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3915" y="4605337"/>
            <a:ext cx="224824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E1B21"/>
                </a:solidFill>
                <a:latin typeface="Poppins SemiBold"/>
              </a:rPr>
              <a:t>Phase 2: Matchmaking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7444" y="5253037"/>
            <a:ext cx="214119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Development and integration of the Improved Genetic Algorithm (IGA) for dynamic skill-to-task allocation.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9835" y="2201465"/>
            <a:ext cx="22482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E1B21"/>
                </a:solidFill>
                <a:latin typeface="Poppins SemiBold"/>
              </a:rPr>
              <a:t>Phase 3: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364" y="2563415"/>
            <a:ext cx="214119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Training and deploying the Gated Recurrent Unit (GRU) models on historical task logs for timeline forecasting.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5755" y="4605337"/>
            <a:ext cx="22482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E1B21"/>
                </a:solidFill>
                <a:latin typeface="Poppins SemiBold"/>
              </a:rPr>
              <a:t>Phase 4: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9284" y="4967287"/>
            <a:ext cx="214119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Implementation of Circuit Breakers, load testing, performance evaluation, and final system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Feasibility and Project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727820" y="39576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9E1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63740" y="39576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9E1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99659" y="39576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9E1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35579" y="395763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9E1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76375"/>
            <a:ext cx="5381625" cy="4171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476375"/>
            <a:ext cx="5381625" cy="417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3224" y="309563"/>
            <a:ext cx="1787276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2419350"/>
            <a:ext cx="151018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933700"/>
            <a:ext cx="47910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The proposed Employee Task Assignment System resolves the inherent flaws of monolithic architectures by adopting a resilient Service-Oriented Microservices mesh.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90975"/>
            <a:ext cx="47910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By integrating advanced programmatic phases—IGA for matchmaking and GRU for timeline prediction—the system guarantees highly optimized, context-aware workforce management with minimal downtime.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419350"/>
            <a:ext cx="164020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E293B"/>
                </a:solidFill>
                <a:latin typeface="Poppins SemiBold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933700"/>
            <a:ext cx="47910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Cross-Platform Integration: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Exposing the system's APIs to integrate seamlessly with third-party enterprise tools like Jira, Slack, and Microsoft Teams.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990975"/>
            <a:ext cx="47910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Advanced Sentiment Analysis: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 Incorporating NLP on employee feedback logs to adjust task assignment weights based on employee burnout and workload stress indicators.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1809750"/>
            <a:ext cx="333375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1809750"/>
            <a:ext cx="38100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14500" y="476250"/>
            <a:ext cx="1040130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9E1B21"/>
                </a:solidFill>
                <a:latin typeface="Poppins SemiBold"/>
              </a:rPr>
              <a:t>Conclusion &amp; Future 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715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449" y="184993"/>
            <a:ext cx="1787276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1977479"/>
            <a:ext cx="116014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9E1B21"/>
                </a:solidFill>
                <a:latin typeface="Poppins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10979"/>
            <a:ext cx="11049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334155"/>
                </a:solidFill>
                <a:latin typeface="Lato"/>
              </a:rPr>
              <a:t>Thank you for your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088159"/>
            <a:ext cx="11049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1" i="0" u="none">
                <a:solidFill>
                  <a:srgbClr val="334155"/>
                </a:solidFill>
                <a:latin typeface="Lato"/>
              </a:rPr>
              <a:t>Employee Task Assignment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27215"/>
            <a:ext cx="110490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334155"/>
                </a:solidFill>
                <a:latin typeface="Lato"/>
              </a:rPr>
              <a:t>SOA Project Review-1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1013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Lato</vt:lpstr>
      <vt:lpstr>Lato Medium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MUTHENENI HANUSH</cp:lastModifiedBy>
  <cp:revision>3</cp:revision>
  <dcterms:created xsi:type="dcterms:W3CDTF">2013-01-27T09:14:16Z</dcterms:created>
  <dcterms:modified xsi:type="dcterms:W3CDTF">2026-08-25T05:05:05Z</dcterms:modified>
  <cp:category/>
</cp:coreProperties>
</file>